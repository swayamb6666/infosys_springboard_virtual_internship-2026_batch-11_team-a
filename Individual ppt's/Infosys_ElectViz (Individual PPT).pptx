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56CE-36DF-8FF3-7CA2-86D55DAC5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B9E67-18E8-5C8D-F4E9-CAF4074B8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3F06E-D1C8-7A40-CDAF-C4A23A1A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1D743-CB51-7F44-77C8-3DDAD762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91767-1737-2CFD-7F8B-80D56D01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80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8859-55B7-5304-E76F-6181094F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62398-5692-0568-8327-C38227E1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006E4-56F8-8E4C-68D7-7E6EE4CE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AF015-0478-0B0F-2BF1-B3782706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F43ED-4229-3AB8-A530-0C165C90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02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3FB0B-92B9-DF66-D711-E5ACEC56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7107C-E414-EA45-9F6A-B880D6815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C95E1-58EA-7AC2-760F-FCD58A1D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9BCFA-8F4C-172E-174E-A80E4562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B95CE-8B84-9219-30EA-CDB571C9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40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ED68-0A86-5002-12C1-D0CE42FF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2EE44-319A-FF0E-6F2D-651458E53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D751E-0E2C-00C2-1069-0514D17A1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656DE-4A17-4EB4-1068-C0C3095C5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130AB-7DE1-A8E0-B6A2-C9744762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28727-8EF0-0BCD-4B5B-65190D2E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9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66F8-C0CF-E803-E3A6-81D0AD5A8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5B7EC-46D3-D44E-9887-CC80B32D0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20250-2EBD-0EEB-364A-7B49B4A93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C9455-8CB3-567D-FD8C-E9B98ABD9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F32B9-C416-56AE-BDA0-4D2C877E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47AAB6-3A05-2562-6F9E-9AB06D30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0EE17-7ACC-B6B0-F905-CC801ED1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E785B-3D22-DA9B-DB2B-371C5C6A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32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9E71-53D8-2F1E-9B4B-49BEDA8B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B2987-CB96-8497-6819-BE4D012B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73140-605D-6A51-8913-BA1739FD6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81867-C18A-8297-0DAA-08562DA5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50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0A771-E07A-89C0-9501-777FCA8C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303B4-9EF5-7D34-9C59-F9D1C8CA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2E85D-7D80-D8A6-ADDB-21D05D13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73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2BE6-494B-C02D-291B-568B40D7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5C1A7-997A-B563-B5D4-48058577C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0D04A-34D3-AAE4-A729-61F77FB78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E2C4B-19A7-83F8-5180-57A53187F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B6BE-5ECA-F207-01B5-261C55FC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A4AAD-52BB-188C-6FE5-D138A149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37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4838-C115-BAB7-9C22-CF3CECBF7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C9B6D-BDBB-7317-B82F-F6C7843F9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96906-3525-D52D-F74C-CDCAD3F37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6CB09-42C8-5E41-4D76-39DABC19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F58DB-603A-3741-F843-83955167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41270-04FB-FEC7-9552-B7447F98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0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661F-7ED9-003C-F781-70B0A7E7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9DFB8-8028-B42D-903D-3C6092262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D5EB4-7B02-EA7D-7514-BCF6E5E6C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630B-1BBA-2004-0DB6-F7C969527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43BC4-7591-41FB-611E-9F6B213D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26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784BC0-FEC9-C703-5778-67C9CA016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9949A-0322-FE8A-D1DF-3CBC71C27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5D24D-1712-1D6F-00DC-74BA183A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9F6BE-6D9D-ADD3-7A29-35609DF4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02FFE-A2A7-FE74-CBA9-35141B2C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17ED3-893D-4692-C4C5-4A79A66A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7360D-5900-93DE-1926-36EF51DE5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5E087-BA95-F57B-FC8D-82B806E23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3494F-92C4-4A6F-B3DE-29E8BC47DC9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3A247-8419-78BA-6A38-516E2A8C7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4E56B-04E3-7516-6BFA-C6CE4EEC9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FC49E-C7A7-4A34-AE87-D7D2035A4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7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B5F0-F59F-2D53-B961-2C4AEE463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220" y="904568"/>
            <a:ext cx="10677831" cy="218030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 err="1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Infosys_ElectViz</a:t>
            </a:r>
            <a:br>
              <a:rPr lang="en-IN" sz="44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Election Data Visualization for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954EE-76D5-37D9-AFB5-0B59B25DC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809" y="3962401"/>
            <a:ext cx="10154652" cy="2180303"/>
          </a:xfrm>
        </p:spPr>
        <p:txBody>
          <a:bodyPr>
            <a:normAutofit/>
          </a:bodyPr>
          <a:lstStyle/>
          <a:p>
            <a:pPr algn="l"/>
            <a:r>
              <a:rPr lang="en-IN" sz="3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: </a:t>
            </a:r>
          </a:p>
          <a:p>
            <a:pPr algn="l"/>
            <a:r>
              <a:rPr lang="en-IN" sz="3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Nithyasri S J</a:t>
            </a:r>
          </a:p>
          <a:p>
            <a:pPr algn="r"/>
            <a:r>
              <a:rPr lang="en-IN" sz="3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r"/>
            <a:r>
              <a:rPr lang="en-IN" sz="30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Nandhini</a:t>
            </a:r>
          </a:p>
        </p:txBody>
      </p:sp>
    </p:spTree>
    <p:extLst>
      <p:ext uri="{BB962C8B-B14F-4D97-AF65-F5344CB8AC3E}">
        <p14:creationId xmlns:p14="http://schemas.microsoft.com/office/powerpoint/2010/main" val="3009804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01B7-3FE7-A7B2-B5FC-961A8362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2" y="682685"/>
            <a:ext cx="10364453" cy="761104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D572-0CA8-DD4F-6B33-607D3ADF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2" y="1620254"/>
            <a:ext cx="10364453" cy="45550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Elections generate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large, complex datasets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involving candidates, parties, voters and constituencies.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election data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error-prone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interactive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Indian election data across multiple years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party performance, voter behavior and winning patterns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political analysis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raw election data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interactive and meaningful visual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27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721C-E20D-843B-BA5E-5F4BD055D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27" y="51551"/>
            <a:ext cx="10515600" cy="62948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76CBC-119A-43DB-68BA-EE396E1E5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8778"/>
            <a:ext cx="12031579" cy="5799221"/>
          </a:xfrm>
        </p:spPr>
        <p:txBody>
          <a:bodyPr>
            <a:normAutofit fontScale="85000" lnSpcReduction="20000"/>
          </a:bodyPr>
          <a:lstStyle/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Indian election data (candidates, votes, constituencies, parties, demographics)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formatting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calculated columns and measures using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relationships between tables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star schema for performance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(Power BI)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Filters, slicers, drill-down features</a:t>
            </a:r>
          </a:p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Generation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performance comparison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Electability and winning factor evaluation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DCEC7-F112-B74C-04FE-70E764FA9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1" t="12632" r="69079" b="11813"/>
          <a:stretch>
            <a:fillRect/>
          </a:stretch>
        </p:blipFill>
        <p:spPr>
          <a:xfrm>
            <a:off x="7796463" y="1876926"/>
            <a:ext cx="3978442" cy="492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3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5E09-EE15-CC41-7EBF-F6072198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BE828-7436-8E3A-66A2-DD0598309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analytical pages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Overview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Performance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Demographic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Electability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Outcome &amp; Winning Factor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page focuses on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analytical objective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59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7E36-1F5F-6496-CEB6-D18D63AC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296"/>
            <a:ext cx="10515600" cy="61344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624B51-E622-9E47-F99E-EB3363B4B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89" t="18637" r="36741" b="20957"/>
          <a:stretch>
            <a:fillRect/>
          </a:stretch>
        </p:blipFill>
        <p:spPr>
          <a:xfrm>
            <a:off x="5791200" y="1197049"/>
            <a:ext cx="4580021" cy="25524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8AA570-E42D-0A08-D1F4-8930885E473F}"/>
              </a:ext>
            </a:extLst>
          </p:cNvPr>
          <p:cNvSpPr txBox="1"/>
          <p:nvPr/>
        </p:nvSpPr>
        <p:spPr>
          <a:xfrm>
            <a:off x="248653" y="3429000"/>
            <a:ext cx="1169469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Displayed: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Candidates, Constituencies, Votes, Seats Won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Party-wise seats won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seats won using map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share percentage by party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high-level summary of election outcomes at national and state levels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413D5C-0B56-E845-8E78-EA3218E62BAA}"/>
              </a:ext>
            </a:extLst>
          </p:cNvPr>
          <p:cNvSpPr txBox="1"/>
          <p:nvPr/>
        </p:nvSpPr>
        <p:spPr>
          <a:xfrm>
            <a:off x="693821" y="1505251"/>
            <a:ext cx="45800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Election Data Overview     Dashboard</a:t>
            </a:r>
          </a:p>
        </p:txBody>
      </p:sp>
    </p:spTree>
    <p:extLst>
      <p:ext uri="{BB962C8B-B14F-4D97-AF65-F5344CB8AC3E}">
        <p14:creationId xmlns:p14="http://schemas.microsoft.com/office/powerpoint/2010/main" val="130885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821D-7EF3-5141-D8D7-97E29A4D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Party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93C81-F481-428E-B332-2AB8DED1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1" y="2107783"/>
            <a:ext cx="11101137" cy="38438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total votes trend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vote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Seats won by candidate age group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filter for focused analysis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dominance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growth trends, and age-based success.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B581A-E99C-4ADF-B69E-8201C520A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1" t="19649" r="36447" b="21403"/>
          <a:stretch>
            <a:fillRect/>
          </a:stretch>
        </p:blipFill>
        <p:spPr>
          <a:xfrm>
            <a:off x="6095999" y="2107783"/>
            <a:ext cx="5211679" cy="283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5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321C-7AB8-5091-900A-14965F8B1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89" y="365126"/>
            <a:ext cx="10519611" cy="66157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Gender Distribution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875E-3E1B-339B-1193-44A82C87B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of candidates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voter turnout percentage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share comparison by gender and category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(GEN, SC, ST)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participation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inclusivity in elections.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0BB5D-95DA-4641-9F42-EADC4B6E2B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4" t="18246" r="36579" b="20234"/>
          <a:stretch>
            <a:fillRect/>
          </a:stretch>
        </p:blipFill>
        <p:spPr>
          <a:xfrm>
            <a:off x="7026442" y="1690688"/>
            <a:ext cx="4600073" cy="26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0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B69D-2D77-4A1B-A679-BD4D7B2A6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Candidate Demographic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34BF-4166-7284-A067-02B493270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Seats won by candidates and parties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Constituency-level filtering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zone-wise assembly constituencies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voter turnout by state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candidate-level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regional participation patterns.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0F25E4-ACE7-F288-D532-E13EA8410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" t="18246" r="36316" b="20234"/>
          <a:stretch>
            <a:fillRect/>
          </a:stretch>
        </p:blipFill>
        <p:spPr>
          <a:xfrm>
            <a:off x="6208296" y="1606633"/>
            <a:ext cx="5550568" cy="364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04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80BD-7931-F162-E2D1-C2535B6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Electability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88F85-15C2-860A-B306-B1283D1D9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54" y="2037347"/>
            <a:ext cx="11767129" cy="4572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contest rate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win rate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vote share by party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win-rate demographic groups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winnability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competitive intensity in elections.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F1514-4D4A-7885-7A9F-999E1B835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7" t="18479" r="36316" b="20468"/>
          <a:stretch>
            <a:fillRect/>
          </a:stretch>
        </p:blipFill>
        <p:spPr>
          <a:xfrm>
            <a:off x="6729664" y="2240629"/>
            <a:ext cx="5310182" cy="29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25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DD93-7922-09B5-355E-99C3BF5D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D411F-7DAB-EE0D-54BF-91DA37263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Seats won by party over time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of close contests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Winning margin variations year-wise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and party filters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political trends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shifts in voter behavior.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70B7C-4430-100C-DFB5-1C729DA7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8" t="18479" r="36842" b="20468"/>
          <a:stretch>
            <a:fillRect/>
          </a:stretch>
        </p:blipFill>
        <p:spPr>
          <a:xfrm>
            <a:off x="6781800" y="2137558"/>
            <a:ext cx="4572000" cy="25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7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C2D1-1118-0F7D-BFEA-1C6B8F60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11"/>
            <a:ext cx="10515600" cy="95032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Election Outcome &amp; Winning Factor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4BAC-4C80-BA0C-B167-11DA4FF30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7997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candidate success rate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winning margin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parties by winning margin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Electoral strength comparison using scatter plot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influencing election outcomes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6B0F6-6061-8C2B-0E3A-CAC6A734D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" t="18947" r="36184" b="19766"/>
          <a:stretch>
            <a:fillRect/>
          </a:stretch>
        </p:blipFill>
        <p:spPr>
          <a:xfrm>
            <a:off x="7140676" y="2117557"/>
            <a:ext cx="4913814" cy="267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76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D6773-8570-D5DA-CF6C-887D3B87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79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333423-BF1A-90E1-D2B5-123B3D590F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990221" cy="4147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election data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using ML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using social media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Constituency-level forecasting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deployment for public access</a:t>
            </a:r>
          </a:p>
        </p:txBody>
      </p:sp>
    </p:spTree>
    <p:extLst>
      <p:ext uri="{BB962C8B-B14F-4D97-AF65-F5344CB8AC3E}">
        <p14:creationId xmlns:p14="http://schemas.microsoft.com/office/powerpoint/2010/main" val="130869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839D-A181-3506-409E-CFBA99E5E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9D8EAF-A6E9-348A-6B62-6CFA341847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7718"/>
            <a:ext cx="12972077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converts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election data into actionable insights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political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voter and candidate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interactive, scalable and insightful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for </a:t>
            </a:r>
            <a:r>
              <a:rPr kumimoji="0" lang="en-US" altLang="en-US" sz="3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elections and predictive analysis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130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DA2B07-E88F-C1AE-B1CF-B1F0E01B8D7E}"/>
              </a:ext>
            </a:extLst>
          </p:cNvPr>
          <p:cNvSpPr txBox="1"/>
          <p:nvPr/>
        </p:nvSpPr>
        <p:spPr>
          <a:xfrm>
            <a:off x="3096125" y="2317902"/>
            <a:ext cx="80210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819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562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Infosys_ElectViz Election Data Visualization for media</vt:lpstr>
      <vt:lpstr>Introduction</vt:lpstr>
      <vt:lpstr>System Design and Workflow</vt:lpstr>
      <vt:lpstr>Dashboard Overview</vt:lpstr>
      <vt:lpstr>Screenshots</vt:lpstr>
      <vt:lpstr>2. Party Performance Analysis</vt:lpstr>
      <vt:lpstr>3. Gender Distribution Analysis</vt:lpstr>
      <vt:lpstr>4. Candidate Demographic Analysis</vt:lpstr>
      <vt:lpstr>5. Electability Analysis</vt:lpstr>
      <vt:lpstr>6. Trend Analysis</vt:lpstr>
      <vt:lpstr>7. Election Outcome &amp; Winning Factor Analysis</vt:lpstr>
      <vt:lpstr>Future Enhancements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MURUGAN</dc:creator>
  <cp:lastModifiedBy>BALA MURUGAN</cp:lastModifiedBy>
  <cp:revision>2</cp:revision>
  <dcterms:created xsi:type="dcterms:W3CDTF">2026-02-07T08:49:37Z</dcterms:created>
  <dcterms:modified xsi:type="dcterms:W3CDTF">2026-02-07T09:46:21Z</dcterms:modified>
</cp:coreProperties>
</file>